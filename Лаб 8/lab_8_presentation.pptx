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58" r:id="rId3"/>
    <p:sldId id="257" r:id="rId4"/>
    <p:sldId id="279" r:id="rId5"/>
    <p:sldId id="280" r:id="rId6"/>
    <p:sldId id="281" r:id="rId7"/>
    <p:sldId id="282" r:id="rId8"/>
    <p:sldId id="283" r:id="rId9"/>
    <p:sldId id="284" r:id="rId10"/>
    <p:sldId id="28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240" autoAdjust="0"/>
    <p:restoredTop sz="94660"/>
  </p:normalViewPr>
  <p:slideViewPr>
    <p:cSldViewPr snapToGrid="0">
      <p:cViewPr>
        <p:scale>
          <a:sx n="66" d="100"/>
          <a:sy n="66" d="100"/>
        </p:scale>
        <p:origin x="-60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F02FF-5D95-4291-B098-73CC9C3078A1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298EBD-E1AA-41F1-925F-18E2C3339C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319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2230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151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603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0578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89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5905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9088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150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6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67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938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41F3848-F845-4D6D-8DC6-30B8007AC0C5}" type="datetimeFigureOut">
              <a:rPr lang="ru-RU" smtClean="0"/>
              <a:t>04.01.2026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4C8AC38-B5AD-4EAA-8DCD-63F8F36E6C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739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39A02-6117-3EFB-E667-B785F8BF6E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№8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C8BEA-EBA7-209C-2618-F483CE2018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0188" y="420171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Талебу Тенке Франк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1170602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D8343D-8777-DC5C-8143-881A75F5E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98126B-0DF2-C822-B3ED-52EFBA35B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927555"/>
            <a:ext cx="7729728" cy="3101983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  <a:p>
            <a:r>
              <a:rPr lang="ru-RU" dirty="0"/>
              <a:t>Изучение принципов маршрутизации в IPv4- и IPv6-сетях и принципов настройки сетевого оборудования.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8001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3D8250-E36B-22DC-AC4B-C93278C0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60F429-9B31-4C39-001D-51E14530E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b="1" u="sng" dirty="0"/>
              <a:t>Настройка динамической маршрутизации в сетях IPv4 и IPv6 </a:t>
            </a:r>
            <a:endParaRPr lang="ru-RU" dirty="0"/>
          </a:p>
          <a:p>
            <a:pPr lvl="0"/>
            <a:r>
              <a:rPr lang="ru-RU" b="1" u="sng" dirty="0"/>
              <a:t>Построение туннеля IPv6–IPv4 </a:t>
            </a:r>
            <a:endParaRPr lang="ru-RU" dirty="0"/>
          </a:p>
          <a:p>
            <a:r>
              <a:rPr lang="ru-RU" b="1" u="sng" dirty="0"/>
              <a:t>Задание для самостоятельного выполнения</a:t>
            </a:r>
            <a:endParaRPr lang="ru-RU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025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B230B9-EE09-9E85-8C38-CE6BE3E75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2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096180-21BF-B78D-D413-41F4FC44D4D7}"/>
              </a:ext>
            </a:extLst>
          </p:cNvPr>
          <p:cNvSpPr txBox="1"/>
          <p:nvPr/>
        </p:nvSpPr>
        <p:spPr>
          <a:xfrm>
            <a:off x="2231136" y="964692"/>
            <a:ext cx="7729728" cy="1188720"/>
          </a:xfrm>
          <a:prstGeom prst="rect">
            <a:avLst/>
          </a:prstGeom>
          <a:ln>
            <a:solidFill>
              <a:srgbClr val="404040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indent="44958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4739640" algn="l"/>
              </a:tabLst>
            </a:pPr>
            <a:r>
              <a:rPr lang="en-US" sz="2800" cap="all" spc="200">
                <a:solidFill>
                  <a:srgbClr val="262626"/>
                </a:solidFill>
                <a:effectLst/>
                <a:latin typeface="+mj-lt"/>
                <a:ea typeface="+mj-ea"/>
                <a:cs typeface="+mj-cs"/>
              </a:rPr>
              <a:t>8.3.1. Настройка динамической маршрутизации в сетях IPv4 и IPv6</a:t>
            </a:r>
          </a:p>
        </p:txBody>
      </p:sp>
      <p:pic>
        <p:nvPicPr>
          <p:cNvPr id="8" name="Рисунок 7" descr="Изображение выглядит как снимок экрана, текст, диаграмма,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DFAA342-70BE-D2AE-F17A-88E7D7038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27365" y="2482596"/>
            <a:ext cx="6548943" cy="29306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3444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7BAA1-1DA6-BDEA-4888-28D9FCB62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AD7C5BE-418C-4A44-91BF-28E411F75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120" y="1559052"/>
            <a:ext cx="10271760" cy="4347972"/>
          </a:xfrm>
          <a:prstGeom prst="rect">
            <a:avLst/>
          </a:prstGeom>
          <a:solidFill>
            <a:srgbClr val="FFFFFF"/>
          </a:solidFill>
          <a:ln w="317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Объект 7" descr="Изображение выглядит как текст, снимок экрана, программное обеспечение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E78B546-B15F-ABD3-751D-C079BF80D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2423" y="1268795"/>
            <a:ext cx="6416764" cy="47644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4319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5E867-E829-FBCA-8AD2-EB6E3A05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снимок экрана, программное обеспечение, диспле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047C03F-0C62-1A7A-CDFA-B54B9F637E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55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7608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752EBB-0C9E-3B25-4E47-4C1FF5E0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10932-CA27-8B21-4CA0-120BBD5E220D}"/>
              </a:ext>
            </a:extLst>
          </p:cNvPr>
          <p:cNvSpPr txBox="1"/>
          <p:nvPr/>
        </p:nvSpPr>
        <p:spPr>
          <a:xfrm>
            <a:off x="820447" y="-167694"/>
            <a:ext cx="3363974" cy="17280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pPr marL="342900" lvl="0" indent="-34290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u="sng" strike="noStrike" cap="all" spc="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Построение туннеля IPv6–IPv4 </a:t>
            </a:r>
            <a:endParaRPr lang="en-US" sz="2800" u="none" strike="noStrike" cap="all" spc="20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10" name="Рисунок 9" descr="Изображение выглядит как текст, программное обеспечение, Значок на компьютере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67C5B4B-DBA1-BFCB-F0CB-8132ABF33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3653" y="994861"/>
            <a:ext cx="8498346" cy="55239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60381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396EC1-0A63-CFF8-93FB-A6CFD1D62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13112-5367-DBDC-46FE-88C4814C6401}"/>
              </a:ext>
            </a:extLst>
          </p:cNvPr>
          <p:cNvSpPr txBox="1"/>
          <p:nvPr/>
        </p:nvSpPr>
        <p:spPr>
          <a:xfrm>
            <a:off x="643467" y="643467"/>
            <a:ext cx="3363974" cy="172804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pPr indent="44958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4739640" algn="l"/>
              </a:tabLst>
            </a:pPr>
            <a:r>
              <a:rPr lang="en-US" sz="2200" cap="all" spc="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 </a:t>
            </a:r>
          </a:p>
          <a:p>
            <a:pPr indent="449580"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tabLst>
                <a:tab pos="4739640" algn="l"/>
              </a:tabLst>
            </a:pPr>
            <a:r>
              <a:rPr lang="en-US" sz="2200" b="1" u="sng" cap="all" spc="20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Задание для самостоятельного выполнения</a:t>
            </a:r>
            <a:endParaRPr lang="en-US" sz="2200" cap="all" spc="20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  <p:pic>
        <p:nvPicPr>
          <p:cNvPr id="7" name="Рисунок 6" descr="Изображение выглядит как текст, программное обеспечение, Мультимедийное программное обеспечение, Значок на компьютер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18DF133E-121D-1F56-F2F0-9195DA58F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8363" y="1574479"/>
            <a:ext cx="8453637" cy="528352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04619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AF26B-531C-289D-8FB5-7C8BE541C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программное обеспечение, дисплей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BEF1A7-E380-6574-B36D-073406E949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54" b="3263"/>
          <a:stretch>
            <a:fillRect/>
          </a:stretch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8015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C125-0037-DCD9-BC79-1C2640B77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ADB7554-FD71-361D-BBAB-120C9FFA2728}"/>
              </a:ext>
            </a:extLst>
          </p:cNvPr>
          <p:cNvSpPr txBox="1"/>
          <p:nvPr/>
        </p:nvSpPr>
        <p:spPr>
          <a:xfrm>
            <a:off x="1485899" y="1550218"/>
            <a:ext cx="969337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buNone/>
            </a:pPr>
            <a:r>
              <a:rPr lang="ru-RU" sz="18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Выводы: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процессе выполнения лабораторной работы я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Изучил принципы маршрутизации в IPv4- и IPv6-сетях и принципов настройки сетевого оборудования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785698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Фиолетовый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99</TotalTime>
  <Words>85</Words>
  <Application>Microsoft Office PowerPoint</Application>
  <PresentationFormat>Широкоэкранный</PresentationFormat>
  <Paragraphs>16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Gill Sans MT</vt:lpstr>
      <vt:lpstr>Times New Roman</vt:lpstr>
      <vt:lpstr>Посылка</vt:lpstr>
      <vt:lpstr>Лабораторная работа №8</vt:lpstr>
      <vt:lpstr>Цель</vt:lpstr>
      <vt:lpstr>Задания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№7</dc:title>
  <dc:creator>Беличева Дарья Михайловна</dc:creator>
  <cp:lastModifiedBy>Талебу Тенке Франк Устон</cp:lastModifiedBy>
  <cp:revision>25</cp:revision>
  <dcterms:created xsi:type="dcterms:W3CDTF">2023-10-21T19:04:23Z</dcterms:created>
  <dcterms:modified xsi:type="dcterms:W3CDTF">2026-01-04T20:48:02Z</dcterms:modified>
</cp:coreProperties>
</file>