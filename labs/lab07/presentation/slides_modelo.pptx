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GNS3 VM и GNS3, создал новый проект. Изменил имена устройств согласно шаблону и включил захват трафика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78100" y="1193800"/>
            <a:ext cx="4000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GNS3 VM и GNS3, создал новый проект. Изменил имена устройств согласно шаблону и включил захват трафика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системные параметры VyOS: имя хоста </a:t>
            </a:r>
            <a:r>
              <a:rPr>
                <a:latin typeface="DejaVu Sans Mono"/>
              </a:rPr>
              <a:t>alkamal-gw-01</a:t>
            </a:r>
            <a:r>
              <a:rPr/>
              <a:t>, домен </a:t>
            </a:r>
            <a:r>
              <a:rPr>
                <a:latin typeface="DejaVu Sans Mono"/>
              </a:rPr>
              <a:t>alkamal.net</a:t>
            </a:r>
            <a:r>
              <a:rPr/>
              <a:t>, создал пользователя </a:t>
            </a:r>
            <a:r>
              <a:rPr>
                <a:latin typeface="DejaVu Sans Mono"/>
              </a:rPr>
              <a:t>alkamal</a:t>
            </a:r>
            <a:r>
              <a:rPr/>
              <a:t>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94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системные параметры VyOS: имя хоста </a:t>
            </a:r>
            <a:r>
              <a:rPr>
                <a:latin typeface="DejaVu Sans Mono"/>
              </a:rPr>
              <a:t>alkamal-gw-01</a:t>
            </a:r>
            <a:r>
              <a:rPr/>
              <a:t>, домен </a:t>
            </a:r>
            <a:r>
              <a:rPr>
                <a:latin typeface="DejaVu Sans Mono"/>
              </a:rPr>
              <a:t>alkamal.net</a:t>
            </a:r>
            <a:r>
              <a:rPr/>
              <a:t>, создал пользователя </a:t>
            </a:r>
            <a:r>
              <a:rPr>
                <a:latin typeface="DejaVu Sans Mono"/>
              </a:rPr>
              <a:t>alkamal</a:t>
            </a:r>
            <a:r>
              <a:rPr/>
              <a:t>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повторный вход под новым пользователем и удалил учётную запись </a:t>
            </a:r>
            <a:r>
              <a:rPr>
                <a:latin typeface="DejaVu Sans Mono"/>
              </a:rPr>
              <a:t>vyos</a:t>
            </a:r>
            <a:r>
              <a:rPr/>
              <a:t> (рис. @fig:003):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1193800"/>
            <a:ext cx="3365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повторный вход под новым пользователем и удалил учётную запись </a:t>
            </a:r>
            <a:r>
              <a:rPr>
                <a:latin typeface="DejaVu Sans Mono"/>
              </a:rPr>
              <a:t>vyos</a:t>
            </a:r>
            <a:r>
              <a:rPr/>
              <a:t> (рис. @fig:003):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Назначил статический IPv4-адрес 10.0.0.1/24 интерфейсу eth0 (рис. @fig:004):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09700"/>
            <a:ext cx="82296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Назначил статический IPv4-адрес 10.0.0.1/24 интерфейсу eth0 (рис. @fig:004):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DHCP-сервер на маршрутизаторе для сети 10.0.0.0/24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43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DHCP-сервер на маршрутизаторе для сети 10.0.0.0/24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статистику DHCP-сервера: активных аренд нет (рис. @fig:006):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статистику DHCP-сервера: активных аренд нет (рис. @fig:006):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узле PC1 выполнил команду </a:t>
            </a:r>
            <a:r>
              <a:rPr>
                <a:latin typeface="DejaVu Sans Mono"/>
              </a:rPr>
              <a:t>ip dhcp -d</a:t>
            </a:r>
            <a:r>
              <a:rPr/>
              <a:t> для получения адреса по DHCP (рис. @fig:007, @fig:008):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40100" y="1193800"/>
            <a:ext cx="2451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узле PC1 выполнил команду </a:t>
            </a:r>
            <a:r>
              <a:rPr>
                <a:latin typeface="DejaVu Sans Mono"/>
              </a:rPr>
              <a:t>ip dhcp -d</a:t>
            </a:r>
            <a:r>
              <a:rPr/>
              <a:t> для получения адреса по DHCP (рис. @fig:007, @fig:008):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DHCP Discover и Offer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74800"/>
            <a:ext cx="82296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DHCP Discover и Offer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полученные параметры и связность с маршрутизатором (рис. @fig:009):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65300"/>
            <a:ext cx="82296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полученные параметры и связность с маршрутизатором (рис. @fig:009):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проверил статистику и информацию о выданной аренде (рис. @fig:010):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11500" y="1193800"/>
            <a:ext cx="2933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проверил статистику и информацию о выданной аренде (рис. @fig:010):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журнал DHCP-сервера (рис. @fig:011):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1193800"/>
            <a:ext cx="711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журнал DHCP-сервера (рис. @fig:011):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Wireshark зафиксирован полный процесс DHCP (рис. @fig:012, @fig:013):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28800"/>
            <a:ext cx="82296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Wireshark зафиксирован полный процесс DHCP (рис. @fig:012, @fig:013):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Захваченный DHCP-трафик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2700" y="1193800"/>
            <a:ext cx="405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Захваченный DHCP-трафик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Использовал Alpine Linux для поддержки DHCPv6. Топология сети с включённым захватом трафика (рис. @fig:014):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50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Использовал Alpine Linux для поддержки DHCPv6. Топология сети с включённым захватом трафика (рис. @fig:014):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системные параметры VyOS для IPv6 (рис. @fig:015):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50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системные параметры VyOS для IPv6 (рис. @fig:015):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Назначил IPv6-адреса интерфейсам eth1 (2000::1/64) и eth2 (2001::1/64) (рис. @fig:016):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Назначил IPv6-адреса интерфейсам eth1 (2000::1/64) и eth2 (2001::1/64) (рис. @fig:016):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Stateless DHCPv6 и Router Advertisement на интерфейсе eth1 (рис. @fig:017, @fig:018):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Stateless DHCPv6 и Router Advertisement на интерфейсе eth1 (рис. @fig:017, @fig:018):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Stateless DHCPv6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49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Настройка Stateless DHCPv6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IPv6-адресацию на узле PC2: адрес получен через SLAAC (рис. @fig:019):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32100" y="1193800"/>
            <a:ext cx="3479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IPv6-адресацию на узле PC2: адрес получен через SLAAC (рис. @fig:019):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Попытка получения адреса по DHCPv6 показала отсутствие опции IAADDR (рис. @fig:020):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49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Попытка получения адреса по DHCPv6 показала отсутствие опции IAADDR (рис. @fig:020):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№07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№07</dc:title>
  <dc:creator>Талебу Тенке Франк Устон</dc:creator>
  <cp:keywords/>
  <dcterms:created xsi:type="dcterms:W3CDTF">2026-03-18T11:50:55Z</dcterms:created>
  <dcterms:modified xsi:type="dcterms:W3CDTF">2026-03-18T11:50:55Z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Дисциплина: Администрирование сетевых подсистем</vt:lpwstr>
  </property>
  <property fmtid="{D5CDD505-2E9C-101B-9397-08002B2CF9AE}" pid="7" name="theme">
    <vt:lpwstr>CambridgeUS</vt:lpwstr>
  </property>
</Properties>
</file>