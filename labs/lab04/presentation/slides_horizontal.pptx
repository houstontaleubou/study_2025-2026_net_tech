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№04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Установил GNS3 с помощью менеджера пакетов Chocolatey. В процессе установки выбрал компоненты: MSVC Runtime, GNS3-Desktop, GNS3-VM, Tools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5003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Установил GNS3 с помощью менеджера пакетов Chocolatey. В процессе установки выбрал компоненты: MSVC Runtime, GNS3-Desktop, GNS3-VM, Tools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завершения установки появилось окно с подтверждением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9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После завершения установки появилось окно с подтверждением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Скачал архив с образом виртуальной машины GNS3 VM с официального сайта. В VirtualBox выполнил импорт конфигурации (рис. @fig:003):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Скачал архив с образом виртуальной машины GNS3 VM с официального сайта. В VirtualBox выполнил импорт конфигурации (рис. @fig:003):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Включил вложенную виртуализацию с помощью команды (рис. @fig:004):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Включил вложенную виртуализацию с помощью команды (рис. @fig:004):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Проверил, что опция включена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1193800"/>
            <a:ext cx="711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Проверил, что опция включена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сетевой адаптер в режиме Виртуальный адаптер хоста (рис. @fig:006):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6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сетевой адаптер в режиме Виртуальный адаптер хоста (рис. @fig:006):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виртуальную машину GNS3 VM (рис. @fig:007):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0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виртуальную машину GNS3 VM (рис. @fig:007):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приложение GNS3 и выполнил подключение к серверу (рис. @fig:008):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166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приложение GNS3 и выполнил подключение к серверу (рис. @fig:008):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списке серверов отобразилась GNS3 VM (рис. @fig:009):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44700" y="1193800"/>
            <a:ext cx="5054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списке серверов отобразилась GNS3 VM (рис. @fig:009):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Добавил новый шаблон маршрутизатора FRR (рис. @fig:010):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93900" y="1193800"/>
            <a:ext cx="5156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Добавил новый шаблон маршрутизатора FRR (рис. @fig:010):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скачивание и импорт необходимых файлов (рис. @fig:011):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0" y="1193800"/>
            <a:ext cx="275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скачивание и импорт необходимых файлов (рис. @fig:011):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параметры образа: во вкладке General settings выбрал Send the shutdown signal (ACPI) (рис. @fig:012):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параметры образа: во вкладке General settings выбрал Send the shutdown signal (ACPI) (рис. @fig:012):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 вкладке HDD включил опцию Automatically create a config disk on HDD (рис. @fig:013):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Во вкладке HDD включил опцию Automatically create a config disk on HDD (рис. @fig:013):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Импортировал образ маршрутизатора VyOS (рис. @fig:014):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Импортировал образ маршрутизатора VyOS (рис. @fig:014):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Изменил отображаемый символ устройства для VyOS (рис. @fig:015):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1193800"/>
            <a:ext cx="318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Изменил отображаемый символ устройства для VyOS (рис. @fig:015):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рабочем пространстве GNS3 отобразились оба образа маршрутизаторов (рис. @fig:016):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рабочем пространстве GNS3 отобразились оба образа маршрутизаторов (рис. @fig:016):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№17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78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№17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№18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6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№18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№19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02000" y="1193800"/>
            <a:ext cx="255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№19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№20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№20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№21</a:t>
            </a:r>
          </a:p>
        </p:txBody>
      </p:sp>
      <p:pic>
        <p:nvPicPr>
          <p:cNvPr descr="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193800"/>
            <a:ext cx="440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№21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№22</a:t>
            </a:r>
          </a:p>
        </p:txBody>
      </p:sp>
      <p:pic>
        <p:nvPicPr>
          <p:cNvPr descr="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3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№22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№23</a:t>
            </a:r>
          </a:p>
        </p:txBody>
      </p:sp>
      <p:pic>
        <p:nvPicPr>
          <p:cNvPr descr="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1193800"/>
            <a:ext cx="3352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№23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№24</a:t>
            </a:r>
          </a:p>
        </p:txBody>
      </p:sp>
      <p:pic>
        <p:nvPicPr>
          <p:cNvPr descr="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38500" y="1193800"/>
            <a:ext cx="2667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№24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№25</a:t>
            </a:r>
          </a:p>
        </p:txBody>
      </p:sp>
      <p:pic>
        <p:nvPicPr>
          <p:cNvPr descr="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1193800"/>
            <a:ext cx="334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№25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№26</a:t>
            </a:r>
          </a:p>
        </p:txBody>
      </p:sp>
      <p:pic>
        <p:nvPicPr>
          <p:cNvPr descr="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193800"/>
            <a:ext cx="325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№26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№04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№04</dc:title>
  <dc:creator>Талебу Тенке Франк Устон</dc:creator>
  <cp:keywords/>
  <dcterms:created xsi:type="dcterms:W3CDTF">2026-03-18T11:55:36Z</dcterms:created>
  <dcterms:modified xsi:type="dcterms:W3CDTF">2026-03-18T11:55:36Z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mainfont">
    <vt:lpwstr>DejaVu Serif</vt:lpwstr>
  </property>
  <property fmtid="{D5CDD505-2E9C-101B-9397-08002B2CF9AE}" pid="6" name="monofont">
    <vt:lpwstr>DejaVu Sans Mono</vt:lpwstr>
  </property>
  <property fmtid="{D5CDD505-2E9C-101B-9397-08002B2CF9AE}" pid="7" name="sansfont">
    <vt:lpwstr>DejaVu Sans</vt:lpwstr>
  </property>
  <property fmtid="{D5CDD505-2E9C-101B-9397-08002B2CF9AE}" pid="8" name="subtitle">
    <vt:lpwstr>Дисциплина: Администрирование сетевых подсистем</vt:lpwstr>
  </property>
  <property fmtid="{D5CDD505-2E9C-101B-9397-08002B2CF9AE}" pid="9" name="theme">
    <vt:lpwstr>CambridgeUS</vt:lpwstr>
  </property>
</Properties>
</file>