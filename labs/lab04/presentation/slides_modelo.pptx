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№04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Установил GNS3 с помощью менеджера пакетов Chocolatey. В процессе установки выбрал компоненты: MSVC Runtime, GNS3-Desktop, GNS3-VM, Tools (рис. @fig:001):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70100" y="1193800"/>
            <a:ext cx="5003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Установил GNS3 с помощью менеджера пакетов Chocolatey. В процессе установки выбрал компоненты: MSVC Runtime, GNS3-Desktop, GNS3-VM, Tools (рис. @fig:001):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После завершения установки появилось окно с подтверждением (рис. @fig:002):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30500" y="1193800"/>
            <a:ext cx="3695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После завершения установки появилось окно с подтверждением (рис. @fig:002):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Скачал архив с образом виртуальной машины GNS3 VM с официального сайта. В VirtualBox выполнил импорт конфигурации (рис. @fig:003):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32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Скачал архив с образом виртуальной машины GNS3 VM с официального сайта. В VirtualBox выполнил импорт конфигурации (рис. @fig:003):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Включил вложенную виртуализацию с помощью команды (рис. @fig:004):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193800"/>
            <a:ext cx="374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Включил вложенную виртуализацию с помощью команды (рис. @fig:004):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Проверил, что опция включена (рис. @fig:005):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1193800"/>
            <a:ext cx="7112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Проверил, что опция включена (рис. @fig:005):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сетевой адаптер в режиме Виртуальный адаптер хоста (рис. @fig:006):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193800"/>
            <a:ext cx="4165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сетевой адаптер в режиме Виртуальный адаптер хоста (рис. @fig:006):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виртуальную машину GNS3 VM (рис. @fig:007):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07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виртуальную машину GNS3 VM (рис. @fig:007):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приложение GNS3 и выполнил подключение к серверу (рис. @fig:008):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03400"/>
            <a:ext cx="8229600" cy="166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приложение GNS3 и выполнил подключение к серверу (рис. @fig:008):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списке серверов отобразилась GNS3 VM (рис. @fig:009):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44700" y="1193800"/>
            <a:ext cx="5054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списке серверов отобразилась GNS3 VM (рис. @fig:009):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Добавил новый шаблон маршрутизатора FRR (рис. @fig:010):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93900" y="1193800"/>
            <a:ext cx="5156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Добавил новый шаблон маршрутизатора FRR (рис. @fig:010):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Выполнил скачивание и импорт необходимых файлов (рис. @fig:011):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0" y="1193800"/>
            <a:ext cx="275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Выполнил скачивание и импорт необходимых файлов (рис. @fig:011):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параметры образа: во вкладке General settings выбрал Send the shutdown signal (ACPI) (рис. @fig:012):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8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параметры образа: во вкладке General settings выбрал Send the shutdown signal (ACPI) (рис. @fig:012):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Во вкладке HDD включил опцию Automatically create a config disk on HDD (рис. @fig:013):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05100" y="1193800"/>
            <a:ext cx="374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Во вкладке HDD включил опцию Automatically create a config disk on HDD (рис. @fig:013):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Импортировал образ маршрутизатора VyOS (рис. @fig:014):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4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Импортировал образ маршрутизатора VyOS (рис. @fig:014):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Изменил отображаемый символ устройства для VyOS (рис. @fig:015):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71800" y="1193800"/>
            <a:ext cx="318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Изменил отображаемый символ устройства для VyOS (рис. @fig:015):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рабочем пространстве GNS3 отобразились оба образа маршрутизаторов (рис. @fig:016):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рабочем пространстве GNS3 отобразились оба образа маршрутизаторов (рис. @fig:016):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№17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193800"/>
            <a:ext cx="4178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№17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№18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0" y="1193800"/>
            <a:ext cx="356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№18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№19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02000" y="1193800"/>
            <a:ext cx="2552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№19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№20</a:t>
            </a:r>
          </a:p>
        </p:txBody>
      </p:sp>
      <p:pic>
        <p:nvPicPr>
          <p:cNvPr descr="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05100" y="1193800"/>
            <a:ext cx="374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№20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№04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№04</dc:title>
  <dc:creator>Талебу Тенке Франк Устон</dc:creator>
  <cp:keywords/>
  <dcterms:created xsi:type="dcterms:W3CDTF">2026-03-18T11:50:35Z</dcterms:created>
  <dcterms:modified xsi:type="dcterms:W3CDTF">2026-03-18T11:50:35Z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Дисциплина: Администрирование сетевых подсистем</vt:lpwstr>
  </property>
  <property fmtid="{D5CDD505-2E9C-101B-9397-08002B2CF9AE}" pid="7" name="theme">
    <vt:lpwstr>CambridgeUS</vt:lpwstr>
  </property>
</Properties>
</file>