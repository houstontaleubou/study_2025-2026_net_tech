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запуска Octave создал сценарий </a:t>
            </a:r>
            <a:r>
              <a:rPr>
                <a:latin typeface="DejaVu Sans Mono"/>
              </a:rPr>
              <a:t>plot_sin.m</a:t>
            </a:r>
            <a:r>
              <a:rPr/>
              <a:t> для построения графика функции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193800"/>
            <a:ext cx="6845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После запуска Octave создал сценарий </a:t>
            </a:r>
            <a:r>
              <a:rPr>
                <a:latin typeface="DejaVu Sans Mono"/>
              </a:rPr>
              <a:t>plot_sin.m</a:t>
            </a:r>
            <a:r>
              <a:rPr/>
              <a:t> для построения графика функции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Далее построил графики функций y1 и y2 на одном рисунке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03300" y="1193800"/>
            <a:ext cx="7137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Далее построил графики функций y1 и y2 на одном рисунке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Разложил импульсный сигнал в частичный ряд Фурье. Получил графики меандра через косинусы (рис. @fig:003) и через синусы (рис. @fig:004):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48000" y="1193800"/>
            <a:ext cx="306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Разложил импульсный сигнал в частичный ряд Фурье. Получил графики меандра через косинусы (рис. @fig:003) и через синусы (рис. @fig:004):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Графики меандра (косинусы)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2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Графики меандра (косинусы)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спектр двух отдельных сигналов разной частоты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5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спектр двух отдельных сигналов разной частоты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Построил график спектров сигналов (рис. @fig:006) и исправленный график спектров (рис. @fig:007):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65400" y="1193800"/>
            <a:ext cx="400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Построил график спектров сигналов (рис. @fig:006) и исправленный график спектров (рис. @fig:007):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График спектров сигналов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2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График спектров сигналов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спектр суммы сигналов (рис. @fig:008, @fig:009):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спектр суммы сигналов (рис. @fig:008, @fig:009):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Суммарный сигнал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3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Суммарный сигнал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задание с частотой дискретизации 50 Гц (меньше 80 Гц). Получил искажённые графики (рис. @fig:010-014):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3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задание с частотой дискретизации 50 Гц (меньше 80 Гц). Получил искажённые графики (рис. @fig:010-014):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Два сигнала (fd=50)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6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Два сигнала (fd=50)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Спектры сигналов (fd=50)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Спектры сигналов (fd=50)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Исправленные спектры (fd=50)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1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Исправленные спектры (fd=50)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Суммарный сигнал (fd=50)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6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Суммарный сигнал (fd=50)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Продемонстрировал аналоговую амплитудную модуляцию (рис. @fig:015, @fig:016):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05100" y="1193800"/>
            <a:ext cx="372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Продемонстрировал аналоговую амплитудную модуляцию (рис. @fig:015, @fig:016):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Сигнал и огибающая при АМ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Сигнал и огибающая при АМ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Получил кодированные сигналы для различных кодов (рис. @fig:017-022):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3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Получил кодированные сигналы для различных кодов (рис. @fig:017-022):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Униполярное кодирование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Униполярное кодирование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Кодирование AMI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40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Кодирование AMI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Кодирование NRZ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193800"/>
            <a:ext cx="355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Кодирование NRZ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№01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№01</dc:title>
  <dc:creator>Талебу Тенке Франк Устон</dc:creator>
  <cp:keywords/>
  <dcterms:created xsi:type="dcterms:W3CDTF">2026-03-18T11:50:13Z</dcterms:created>
  <dcterms:modified xsi:type="dcterms:W3CDTF">2026-03-18T11:50:13Z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Дисциплина: Администрирование сетевых подсистем</vt:lpwstr>
  </property>
  <property fmtid="{D5CDD505-2E9C-101B-9397-08002B2CF9AE}" pid="7" name="theme">
    <vt:lpwstr>CambridgeUS</vt:lpwstr>
  </property>
</Properties>
</file>