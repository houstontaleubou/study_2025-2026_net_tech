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7" Type="http://schemas.openxmlformats.org/officeDocument/2006/relationships/viewProps" Target="viewProps.xml" /><Relationship Id="rId26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9" Type="http://schemas.openxmlformats.org/officeDocument/2006/relationships/tableStyles" Target="tableStyles.xml" /><Relationship Id="rId28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.png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4.pn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5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6.png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7.png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8.png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9.pn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0.pn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1.png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2.png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3.png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4.png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5.png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6.png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7.png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8.png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9.png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Лабораторная работа №06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Дисциплина: Администрирование сетевых подсистем</a:t>
            </a:r>
            <a:br/>
            <a:br/>
            <a:r>
              <a:rPr/>
              <a:t>Талебу Тенке Франк Устон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2025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Докладчик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Талебу Тенке Франк Устон</a:t>
            </a:r>
          </a:p>
          <a:p>
            <a:pPr lvl="0"/>
            <a:r>
              <a:rPr/>
              <a:t>Студент группы НФИбд-02-23</a:t>
            </a:r>
          </a:p>
          <a:p>
            <a:pPr lvl="0"/>
            <a:r>
              <a:rPr/>
              <a:t>Студ. билет 1032224534</a:t>
            </a:r>
          </a:p>
          <a:p>
            <a:pPr lvl="0"/>
            <a:r>
              <a:rPr/>
              <a:t>Российский университет дружбы народов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Цель работы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Изучение принципов работы сетевых технологий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Запустил GNS3 VM и GNS3, создал новый проект. Разместил и соединил устройства согласно топологии (рис. @fig:001):</a:t>
            </a:r>
          </a:p>
        </p:txBody>
      </p:sp>
      <p:pic>
        <p:nvPicPr>
          <p:cNvPr descr="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260600" y="1193800"/>
            <a:ext cx="46228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Запустил GNS3 VM и GNS3, создал новый проект. Разместил и соединил устройства согласно топологии (рис. @fig:001):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Настроил IPv4-адресацию на узле PC1: 172.16.20.10/25, шлюз 172.16.20.1 (рис. @fig:002):</a:t>
            </a:r>
          </a:p>
        </p:txBody>
      </p:sp>
      <p:pic>
        <p:nvPicPr>
          <p:cNvPr descr="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247900" y="1193800"/>
            <a:ext cx="46482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Настроил IPv4-адресацию на узле PC1: 172.16.20.10/25, шлюз 172.16.20.1 (рис. @fig:002):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Настроил IPv4-адресацию на узле PC2: 172.16.20.138/25, шлюз 172.16.20.129 (рис. @fig:003):</a:t>
            </a:r>
          </a:p>
        </p:txBody>
      </p:sp>
      <p:pic>
        <p:nvPicPr>
          <p:cNvPr descr="3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222500" y="1193800"/>
            <a:ext cx="46990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Настроил IPv4-адресацию на узле PC2: 172.16.20.138/25, шлюз 172.16.20.129 (рис. @fig:003):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Настроил IPv4-адресацию на сервере: 64.100.1.10/24, шлюз 64.100.1.1 (рис. @fig:004):</a:t>
            </a:r>
          </a:p>
        </p:txBody>
      </p:sp>
      <p:pic>
        <p:nvPicPr>
          <p:cNvPr descr="4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282700" y="1193800"/>
            <a:ext cx="65786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Настроил IPv4-адресацию на сервере: 64.100.1.10/24, шлюз 64.100.1.1 (рис. @fig:004):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Настроил IPv4-адресацию на маршрутизаторе FRR (рис. @fig:005):</a:t>
            </a:r>
          </a:p>
        </p:txBody>
      </p:sp>
      <p:pic>
        <p:nvPicPr>
          <p:cNvPr descr="5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340100" y="1193800"/>
            <a:ext cx="24765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Настроил IPv4-адресацию на маршрутизаторе FRR (рис. @fig:005):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Проверил конфигурацию маршрутизатора (рис. @fig:006, @fig:007):</a:t>
            </a:r>
          </a:p>
        </p:txBody>
      </p:sp>
      <p:pic>
        <p:nvPicPr>
          <p:cNvPr descr="6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959100" y="1193800"/>
            <a:ext cx="32385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Проверил конфигурацию маршрутизатора (рис. @fig:006, @fig:007):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Проверка конфигурации FRR</a:t>
            </a:r>
          </a:p>
        </p:txBody>
      </p:sp>
      <p:pic>
        <p:nvPicPr>
          <p:cNvPr descr="7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781300" y="1193800"/>
            <a:ext cx="35814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Проверка конфигурации FRR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Проверил связность PC2 с PC1 и сервером (рис. @fig:008, @fig:009):</a:t>
            </a:r>
          </a:p>
        </p:txBody>
      </p:sp>
      <p:pic>
        <p:nvPicPr>
          <p:cNvPr descr="8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006600" y="1193800"/>
            <a:ext cx="51308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Проверил связность PC2 с PC1 и сервером (рис. @fig:008, @fig:009):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Проверка связности PC2 с PC1</a:t>
            </a:r>
          </a:p>
        </p:txBody>
      </p:sp>
      <p:pic>
        <p:nvPicPr>
          <p:cNvPr descr="9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308100"/>
            <a:ext cx="8229600" cy="2654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Проверка связности PC2 с PC1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Настроил IPv6-адресацию на сервере: 2001:db8:c0de:11::a/64 (рис. @fig:010):</a:t>
            </a:r>
          </a:p>
        </p:txBody>
      </p:sp>
      <p:pic>
        <p:nvPicPr>
          <p:cNvPr descr="10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298700" y="1193800"/>
            <a:ext cx="45466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Настроил IPv6-адресацию на сервере: 2001:db8:c0de:11::a/64 (рис. @fig:010):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Настроил IPv6-адресацию на PC3: 2001:db8:c0de:12::a/64 (рис. @fig:011):</a:t>
            </a:r>
          </a:p>
        </p:txBody>
      </p:sp>
      <p:pic>
        <p:nvPicPr>
          <p:cNvPr descr="1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844800" y="1193800"/>
            <a:ext cx="34544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Настроил IPv6-адресацию на PC3: 2001:db8:c0de:12::a/64 (рис. @fig:011):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Настроил IPv6-адресацию на PC4: 2001:db8:c0de:13::a/64 (рис. @fig:012):</a:t>
            </a:r>
          </a:p>
        </p:txBody>
      </p:sp>
      <p:pic>
        <p:nvPicPr>
          <p:cNvPr descr="1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819400" y="1193800"/>
            <a:ext cx="34925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Настроил IPv6-адресацию на PC4: 2001:db8:c0de:13::a/64 (рис. @fig:012):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Изменил имя маршрутизатора VyOS и сохранил конфигурацию (рис. @fig:013):</a:t>
            </a:r>
          </a:p>
        </p:txBody>
      </p:sp>
      <p:pic>
        <p:nvPicPr>
          <p:cNvPr descr="13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022600" y="1193800"/>
            <a:ext cx="30988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Изменил имя маршрутизатора VyOS и сохранил конфигурацию (рис. @fig:013):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Настроил IPv6-адресацию и Router Advertisement на VyOS (рис. @fig:014):</a:t>
            </a:r>
          </a:p>
        </p:txBody>
      </p:sp>
      <p:pic>
        <p:nvPicPr>
          <p:cNvPr descr="14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984500" y="1193800"/>
            <a:ext cx="31623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Настроил IPv6-адресацию и Router Advertisement на VyOS (рис. @fig:014):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Проверил IPv6-адресацию интерфейсов VyOS (рис. @fig:015):</a:t>
            </a:r>
          </a:p>
        </p:txBody>
      </p:sp>
      <p:pic>
        <p:nvPicPr>
          <p:cNvPr descr="15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365500" y="1193800"/>
            <a:ext cx="24003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Проверил IPv6-адресацию интерфейсов VyOS (рис. @fig:015):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Проверил IPv6-связность между PC4 и PC3 (рис. @fig:016):</a:t>
            </a:r>
          </a:p>
        </p:txBody>
      </p:sp>
      <p:pic>
        <p:nvPicPr>
          <p:cNvPr descr="16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136900" y="1193800"/>
            <a:ext cx="28829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Проверил IPv6-связность между PC4 и PC3 (рис. @fig:016):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Проверил доступ сервера двойного стека (рис. @fig:017):</a:t>
            </a:r>
          </a:p>
        </p:txBody>
      </p:sp>
      <p:pic>
        <p:nvPicPr>
          <p:cNvPr descr="17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984500" y="1193800"/>
            <a:ext cx="31623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Проверил доступ сервера двойного стека (рис. @fig:017):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Проверил изоляцию подсетей IPv4 и IPv6 (рис. @fig:018-021):</a:t>
            </a:r>
          </a:p>
        </p:txBody>
      </p:sp>
      <p:pic>
        <p:nvPicPr>
          <p:cNvPr descr="18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365500" y="1193800"/>
            <a:ext cx="24003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Проверил изоляцию подсетей IPv4 и IPv6 (рис. @fig:018-021):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Недоступность IPv6 с PC1</a:t>
            </a:r>
          </a:p>
        </p:txBody>
      </p:sp>
      <p:pic>
        <p:nvPicPr>
          <p:cNvPr descr="19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136900" y="1193800"/>
            <a:ext cx="28829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Недоступность IPv6 с PC1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Вывод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В ходе выполнения лабораторной работы были получены практические навыки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Список литературы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[1] Методические указания к лабораторной работе №06 [2] Документация по сетевым технологиям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Лабораторная работа №06</dc:title>
  <dc:creator>Талебу Тенке Франк Устон</dc:creator>
  <cp:keywords/>
  <dcterms:created xsi:type="dcterms:W3CDTF">2026-03-18T11:56:15Z</dcterms:created>
  <dcterms:modified xsi:type="dcterms:W3CDTF">2026-03-18T11:56:15Z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spectratio">
    <vt:lpwstr>169</vt:lpwstr>
  </property>
  <property fmtid="{D5CDD505-2E9C-101B-9397-08002B2CF9AE}" pid="3" name="classoption">
    <vt:lpwstr>aspectratio=169</vt:lpwstr>
  </property>
  <property fmtid="{D5CDD505-2E9C-101B-9397-08002B2CF9AE}" pid="4" name="date">
    <vt:lpwstr>2025</vt:lpwstr>
  </property>
  <property fmtid="{D5CDD505-2E9C-101B-9397-08002B2CF9AE}" pid="5" name="mainfont">
    <vt:lpwstr>DejaVu Serif</vt:lpwstr>
  </property>
  <property fmtid="{D5CDD505-2E9C-101B-9397-08002B2CF9AE}" pid="6" name="monofont">
    <vt:lpwstr>DejaVu Sans Mono</vt:lpwstr>
  </property>
  <property fmtid="{D5CDD505-2E9C-101B-9397-08002B2CF9AE}" pid="7" name="sansfont">
    <vt:lpwstr>DejaVu Sans</vt:lpwstr>
  </property>
  <property fmtid="{D5CDD505-2E9C-101B-9397-08002B2CF9AE}" pid="8" name="subtitle">
    <vt:lpwstr>Дисциплина: Администрирование сетевых подсистем</vt:lpwstr>
  </property>
  <property fmtid="{D5CDD505-2E9C-101B-9397-08002B2CF9AE}" pid="9" name="theme">
    <vt:lpwstr>CambridgeUS</vt:lpwstr>
  </property>
</Properties>
</file>