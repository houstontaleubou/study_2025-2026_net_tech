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GNS3 VM и GNS3, создал новый проект. Разместил и соединил устройства согласно топологии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22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GNS3 VM и GNS3, создал новый проект. Разместил и соединил устройства согласно топологии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узле PC1: 172.16.20.10/25, шлюз 172.16.20.1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узле PC1: 172.16.20.10/25, шлюз 172.16.20.1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узле PC2: 172.16.20.138/25, шлюз 172.16.20.129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69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узле PC2: 172.16.20.138/25, шлюз 172.16.20.129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сервере: 64.100.1.10/24, шлюз 64.100.1.1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193800"/>
            <a:ext cx="657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сервере: 64.100.1.10/24, шлюз 64.100.1.1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маршрутизаторе FRR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40100" y="1193800"/>
            <a:ext cx="247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маршрутизаторе FRR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конфигурацию маршрутизатора (рис. @fig:006, @fig:007):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3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конфигурацию маршрутизатора (рис. @fig:006, @fig:007):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конфигурации FRR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конфигурации FRR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связность PC2 с PC1 и сервером (рис. @fig:008, @fig:009):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связность PC2 с PC1 и сервером (рис. @fig:008, @fig:009):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связности PC2 с PC1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08100"/>
            <a:ext cx="8229600" cy="265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связности PC2 с PC1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на сервере: 2001:db8:c0de:11::a/64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на сервере: 2001:db8:c0de:11::a/64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на PC3: 2001:db8:c0de:12::a/64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на PC3: 2001:db8:c0de:12::a/64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на PC4: 2001:db8:c0de:13::a/64 (рис. @fig:012):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на PC4: 2001:db8:c0de:13::a/64 (рис. @fig:012):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Изменил имя маршрутизатора VyOS и сохранил конфигурацию (рис. @fig:013):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22600" y="1193800"/>
            <a:ext cx="309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Изменил имя маршрутизатора VyOS и сохранил конфигурацию (рис. @fig:013):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и Router Advertisement на VyOS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4500" y="1193800"/>
            <a:ext cx="316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и Router Advertisement на VyOS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IPv6-адресацию интерфейсов VyOS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65500" y="1193800"/>
            <a:ext cx="240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IPv6-адресацию интерфейсов VyOS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IPv6-связность между PC4 и PC3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IPv6-связность между PC4 и PC3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доступ сервера двойного стека (рис. @fig:017):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4500" y="1193800"/>
            <a:ext cx="316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доступ сервера двойного стека (рис. @fig:017):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изоляцию подсетей IPv4 и IPv6 (рис. @fig:018-021):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65500" y="1193800"/>
            <a:ext cx="240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изоляцию подсетей IPv4 и IPv6 (рис. @fig:018-021):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Недоступность IPv6 с PC1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Недоступность IPv6 с PC1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№06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№06</dc:title>
  <dc:creator>Талебу Тенке Франк Устон</dc:creator>
  <cp:keywords/>
  <dcterms:created xsi:type="dcterms:W3CDTF">2026-03-18T11:50:49Z</dcterms:created>
  <dcterms:modified xsi:type="dcterms:W3CDTF">2026-03-18T11:50:49Z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