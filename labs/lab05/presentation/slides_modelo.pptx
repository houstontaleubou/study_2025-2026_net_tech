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В рабочей области разместил коммутатор Ethernet и два VPCS. Присвоил устройствам имена: коммутатору — </a:t>
            </a:r>
            <a:r>
              <a:rPr>
                <a:latin typeface="DejaVu Sans Mono"/>
              </a:rPr>
              <a:t>msk-alkamal-sw-01</a:t>
            </a:r>
            <a:r>
              <a:rPr/>
              <a:t>. Соединил VPCS с коммутатором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В рабочей области разместил коммутатор Ethernet и два VPCS. Присвоил устройствам имена: коммутатору — </a:t>
            </a:r>
            <a:r>
              <a:rPr>
                <a:latin typeface="DejaVu Sans Mono"/>
              </a:rPr>
              <a:t>msk-alkamal-sw-01</a:t>
            </a:r>
            <a:r>
              <a:rPr/>
              <a:t>. Соединил VPCS с коммутатором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Задал IP-адреса VPCS. Для PC-1 установил адрес 192.168.1.11/24 со шлюзом 192.168.1.1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1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Задал IP-адреса VPCS. Для PC-1 установил адрес 192.168.1.11/24 со шлюзом 192.168.1.1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PC-2 установил адрес 192.168.1.12/24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Для PC-2 установил адрес 192.168.1.12/24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доступность между PC-1 и PC-2 с помощью команды ping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5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доступность между PC-1 и PC-2 с помощью команды ping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Остановил все узлы проекта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Остановил все узлы проекта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анализатор трафика на соединении между PC-1 и коммутатором. После запуска Wireshark на линии соединения появился значок захвата. Затем запустил все узлы проекта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32000"/>
            <a:ext cx="8229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анализатор трафика на соединении между PC-1 и коммутатором. После запуска Wireshark на линии соединения появился значок захвата. Затем запустил все узлы проекта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окне Wireshark отобразились ARP-пакеты (рис. @fig:007). Длина кадра составляет 64 байта, MAC-адрес назначения — широковещательный (ff:ff:ff:ff:ff:ff), адрес источника — глобально уникальный.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60600"/>
            <a:ext cx="82296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окне Wireshark отобразились ARP-пакеты (рис. @fig:007). Длина кадра составляет 64 байта, MAC-адрес назначения — широковещательный (ff:ff:ff:ff:ff:ff), адрес источника — глобально уникальный.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терминале PC-2 выполнил эхо-запрос в ICMP-режиме к узлу PC-1 с опцией </a:t>
            </a:r>
            <a:r>
              <a:rPr>
                <a:latin typeface="DejaVu Sans Mono"/>
              </a:rPr>
              <a:t>-1</a:t>
            </a:r>
            <a:r>
              <a:rPr/>
              <a:t>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4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терминале PC-2 выполнил эхо-запрос в ICMP-режиме к узлу PC-1 с опцией </a:t>
            </a:r>
            <a:r>
              <a:rPr>
                <a:latin typeface="DejaVu Sans Mono"/>
              </a:rPr>
              <a:t>-1</a:t>
            </a:r>
            <a:r>
              <a:rPr/>
              <a:t>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эхо-запрос по протоколу ICMP в Wireshark (рис. @fig:009, @fig:010). На канальном уровне видны MAC-адреса источника и получателя (unicast). На сетевом уровне указан протокол ICMP, IP-адрес источника 192.168.1.12 (PC-2) и адрес назначения 192.168.1.11 (PC-1).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эхо-запрос по протоколу ICMP в Wireshark (рис. @fig:009, @fig:010). На канальном уровне видны MAC-адреса источника и получателя (unicast). На сетевом уровне указан протокол ICMP, IP-адрес источника 192.168.1.12 (PC-2) и адрес назначения 192.168.1.11 (PC-1).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Эхо-запрос ICMP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Эхо-запрос ICMP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эхо-запрос в UDP-режиме к узлу PC-1 с опцией </a:t>
            </a:r>
            <a:r>
              <a:rPr>
                <a:latin typeface="DejaVu Sans Mono"/>
              </a:rPr>
              <a:t>-2</a:t>
            </a:r>
            <a:r>
              <a:rPr/>
              <a:t>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эхо-запрос в UDP-режиме к узлу PC-1 с опцией </a:t>
            </a:r>
            <a:r>
              <a:rPr>
                <a:latin typeface="DejaVu Sans Mono"/>
              </a:rPr>
              <a:t>-2</a:t>
            </a:r>
            <a:r>
              <a:rPr/>
              <a:t>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UDP-пакеты в Wireshark (рис. @fig:012, @fig:013). На транспортном уровне указаны UDP-порты: порт источника — 19241, порт назначения — 7 (Echo).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54200"/>
            <a:ext cx="8229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UDP-пакеты в Wireshark (рис. @fig:012, @fig:013). На транспортном уровне указаны UDP-порты: порт источника — 19241, порт назначения — 7 (Echo).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UDP эхо-запрос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193800"/>
            <a:ext cx="660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UDP эхо-запрос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эхо-запрос в TCP-режиме к узлу PC-1 с опцией </a:t>
            </a:r>
            <a:r>
              <a:rPr>
                <a:latin typeface="DejaVu Sans Mono"/>
              </a:rPr>
              <a:t>-3</a:t>
            </a:r>
            <a:r>
              <a:rPr/>
              <a:t>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эхо-запрос в TCP-режиме к узлу PC-1 с опцией </a:t>
            </a:r>
            <a:r>
              <a:rPr>
                <a:latin typeface="DejaVu Sans Mono"/>
              </a:rPr>
              <a:t>-3</a:t>
            </a:r>
            <a:r>
              <a:rPr/>
              <a:t>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TCP-пакеты в Wireshark. На первом этапе передаётся сегмент с флагом SYN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" y="1193800"/>
            <a:ext cx="821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TCP-пакеты в Wireshark. На первом этапе передаётся сегмент с флагом SYN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втором этапе принимающая сторона отвечает сегментом с флагами SYN и ACK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19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втором этапе принимающая сторона отвечает сегментом с флагами SYN и ACK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третьем этапе инициатор отправляет сегмент с флагом ACK, завершая установление TCP-соединения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третьем этапе инициатор отправляет сегмент с флагом ACK, завершая установление TCP-соединения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топологию сети с маршрутизатором FRR, коммутатором и оконечным устройством (рис. @fig:018):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топологию сети с маршрутизатором FRR, коммутатором и оконечным устройством (рис. @fig:018):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IP-адресацию для интерфейса узла PC1: 192.168.1.10/24 со шлюзом 192.168.1.1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IP-адресацию для интерфейса узла PC1: 192.168.1.10/24 со шлюзом 192.168.1.1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IP-адресацию для интерфейса локальной сети маршрутизатора FRR и проверил конфигурацию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4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IP-адресацию для интерфейса локальной сети маршрутизатора FRR и проверил конфигурацию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№05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№05</dc:title>
  <dc:creator>Талебу Тенке Франк Устон</dc:creator>
  <cp:keywords/>
  <dcterms:created xsi:type="dcterms:W3CDTF">2026-03-18T11:50:42Z</dcterms:created>
  <dcterms:modified xsi:type="dcterms:W3CDTF">2026-03-18T11:50:42Z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