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Дисциплина: Администрирование сетевых подсистем</a:t>
            </a: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Талебу Тенке Франк Устон</a:t>
            </a:r>
          </a:p>
          <a:p>
            <a:pPr lvl="0"/>
            <a:r>
              <a:rPr/>
              <a:t>Студент группы НФИбд-02-23</a:t>
            </a:r>
          </a:p>
          <a:p>
            <a:pPr lvl="0"/>
            <a:r>
              <a:rPr/>
              <a:t>Студ. билет 1032224534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Изучение принципов работы сетевых технологий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запуска Octave создал сценарий </a:t>
            </a:r>
            <a:r>
              <a:rPr>
                <a:latin typeface="DejaVu Sans Mono"/>
              </a:rPr>
              <a:t>plot_sin.m</a:t>
            </a:r>
            <a:r>
              <a:rPr/>
              <a:t> для построения графика функции (рис. @fig:001):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1193800"/>
            <a:ext cx="707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После запуска Octave создал сценарий </a:t>
            </a:r>
            <a:r>
              <a:rPr>
                <a:latin typeface="DejaVu Sans Mono"/>
              </a:rPr>
              <a:t>plot_sin.m</a:t>
            </a:r>
            <a:r>
              <a:rPr/>
              <a:t> для построения графика функции (рис. @fig:001):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Далее построил графики функций y1 и y2 на одном рисунке (рис. @fig:002):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5300" y="1193800"/>
            <a:ext cx="560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Далее построил графики функций y1 и y2 на одном рисунке (рис. @fig:002):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Разложил импульсный сигнал в частичный ряд Фурье. Получил графики меандра через косинусы (рис. @fig:003) и через синусы (рис. @fig:004):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49400"/>
            <a:ext cx="82296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Разложил импульсный сигнал в частичный ряд Фурье. Получил графики меандра через косинусы (рис. @fig:003) и через синусы (рис. @fig:004):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Графики меандра (косинусы)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82296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Графики меандра (косинусы)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Определил спектр двух отдельных сигналов разной частоты (рис. @fig:005):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280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Определил спектр двух отдельных сигналов разной частоты (рис. @fig:005):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Построил график спектров сигналов (рис. @fig:006) и исправленный график спектров (рис. @fig:007):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87500"/>
            <a:ext cx="82296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Построил график спектров сигналов (рис. @fig:006) и исправленный график спектров (рис. @fig:007):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практические навыки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Методические указания к лабораторной работе №02 [2] Документация по сетевым технологиям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№02</dc:title>
  <dc:creator>Талебу Тенке Франк Устон</dc:creator>
  <cp:keywords/>
  <dcterms:created xsi:type="dcterms:W3CDTF">2026-03-18T11:50:19Z</dcterms:created>
  <dcterms:modified xsi:type="dcterms:W3CDTF">2026-03-18T11:50:19Z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Дисциплина: Администрирование сетевых подсистем</vt:lpwstr>
  </property>
  <property fmtid="{D5CDD505-2E9C-101B-9397-08002B2CF9AE}" pid="7" name="theme">
    <vt:lpwstr>CambridgeUS</vt:lpwstr>
  </property>
</Properties>
</file>