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 помощью команды </a:t>
            </a:r>
            <a:r>
              <a:rPr>
                <a:latin typeface="DejaVu Sans Mono"/>
              </a:rPr>
              <a:t>ipconfig</a:t>
            </a:r>
            <a:r>
              <a:rPr/>
              <a:t> вывел информацию о текущем сетевом соединении (рис. @fig:001):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24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 помощью команды </a:t>
            </a:r>
            <a:r>
              <a:rPr>
                <a:latin typeface="DejaVu Sans Mono"/>
              </a:rPr>
              <a:t>ipconfig</a:t>
            </a:r>
            <a:r>
              <a:rPr/>
              <a:t> вывел информацию о текущем сетевом соединении (рис. @fig:001):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Использовал различные опции команды (рис. @fig:002-005):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48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Использовал различные опции команды (рис. @fig:002-005):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Отображение полной конфигурации TCP/IP для всех адаптеров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63700"/>
            <a:ext cx="82296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Отображение полной конфигурации TCP/IP для всех адаптеров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Отображение содержимого кэша DNS-клиента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66900"/>
            <a:ext cx="8229600" cy="153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Отображение содержимого кэша DNS-клиента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Инициализация динамической регистрации DNS-имён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65300"/>
            <a:ext cx="8229600" cy="172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Инициализация динамической регистрации DNS-имён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Определил MAC-адреса сетевых интерфейсов с помощью команды </a:t>
            </a:r>
            <a:r>
              <a:rPr>
                <a:latin typeface="DejaVu Sans Mono"/>
              </a:rPr>
              <a:t>GETMAC</a:t>
            </a:r>
            <a:r>
              <a:rPr/>
              <a:t> (рис. @fig:006):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5300" y="1193800"/>
            <a:ext cx="8153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Определил MAC-адреса сетевых интерфейсов с помощью команды </a:t>
            </a:r>
            <a:r>
              <a:rPr>
                <a:latin typeface="DejaVu Sans Mono"/>
              </a:rPr>
              <a:t>GETMAC</a:t>
            </a:r>
            <a:r>
              <a:rPr/>
              <a:t> (рис. @fig:006):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Установил Wireshark (рис. @fig:007):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33500"/>
            <a:ext cx="82296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Установил Wireshark (рис. @fig:007):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Wireshark и выбрал активный сетевой интерфейс для захвата трафика (рис. @fig:008):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60500"/>
            <a:ext cx="8229600" cy="234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Wireshark и выбрал активный сетевой интерфейс для захвата трафика (рис. @fig:008):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Определил IP-адрес устройства и шлюз по умолчанию (рис. @fig:009):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87500"/>
            <a:ext cx="8229600" cy="210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Определил IP-адрес устройства и шлюз по умолчанию (рис. @fig:009):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пинг шлюза по умолчанию (рис. @fig:010):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пинг шлюза по умолчанию (рис. @fig:010):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Остановил захват трафика и применил фильтр </a:t>
            </a:r>
            <a:r>
              <a:rPr>
                <a:latin typeface="DejaVu Sans Mono"/>
              </a:rPr>
              <a:t>arp or icmp</a:t>
            </a:r>
            <a:r>
              <a:rPr/>
              <a:t> (рис. @fig:011):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44600"/>
            <a:ext cx="82296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Остановил захват трафика и применил фильтр </a:t>
            </a:r>
            <a:r>
              <a:rPr>
                <a:latin typeface="DejaVu Sans Mono"/>
              </a:rPr>
              <a:t>arp or icmp</a:t>
            </a:r>
            <a:r>
              <a:rPr/>
              <a:t> (рис. @fig:011):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Изучил эхо-запрос ICMP (рис. @fig:012):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" y="1193800"/>
            <a:ext cx="808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Изучил эхо-запрос ICMP (рис. @fig:012):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Изучил эхо-ответ ICMP (рис. @fig:013):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82700"/>
            <a:ext cx="82296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Изучил эхо-ответ ICMP (рис. @fig:013):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Изучил кадры данных протокола ARP (рис. @fig:014):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1600" y="1193800"/>
            <a:ext cx="3873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Изучил кадры данных протокола ARP (рис. @fig:014):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пинг по имени </a:t>
            </a:r>
            <a:r>
              <a:rPr>
                <a:latin typeface="DejaVu Sans Mono"/>
              </a:rPr>
              <a:t>www.yandex.ru</a:t>
            </a:r>
            <a:r>
              <a:rPr/>
              <a:t> (рис. @fig:015):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49500" y="1193800"/>
            <a:ext cx="4432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пинг по имени </a:t>
            </a:r>
            <a:r>
              <a:rPr>
                <a:latin typeface="DejaVu Sans Mono"/>
              </a:rPr>
              <a:t>www.yandex.ru</a:t>
            </a:r>
            <a:r>
              <a:rPr/>
              <a:t> (рис. @fig:015):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Изучил MAC-адрес источника (рис. @fig:016):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76500" y="1193800"/>
            <a:ext cx="4191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Изучил MAC-адрес источника (рис. @fig:016):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Изучил MAC-адрес получателя (рис. @fig:017):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43200" y="1193800"/>
            <a:ext cx="367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Изучил MAC-адрес получателя (рис. @fig:017):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новый захват трафика (рис. @fig:018):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86100" y="1193800"/>
            <a:ext cx="2984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новый захват трафика (рис. @fig:018):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Открыл в браузере сайт CERN (http://info.cern.ch/) (рис. @fig:019):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43100"/>
            <a:ext cx="82296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Открыл в браузере сайт CERN (http://info.cern.ch/) (рис. @fig:019):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Проанализировал запросы по протоколу HTTP/TCP (рис. @fig:020):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97200" y="1193800"/>
            <a:ext cx="3162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Проанализировал запросы по протоколу HTTP/TCP (рис. @fig:020):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№03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№03</dc:title>
  <dc:creator>Талебу Тенке Франк Устон</dc:creator>
  <cp:keywords/>
  <dcterms:created xsi:type="dcterms:W3CDTF">2026-03-18T11:50:26Z</dcterms:created>
  <dcterms:modified xsi:type="dcterms:W3CDTF">2026-03-18T11:50:26Z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Дисциплина: Администрирование сетевых подсистем</vt:lpwstr>
  </property>
  <property fmtid="{D5CDD505-2E9C-101B-9397-08002B2CF9AE}" pid="7" name="theme">
    <vt:lpwstr>CambridgeUS</vt:lpwstr>
  </property>
</Properties>
</file>