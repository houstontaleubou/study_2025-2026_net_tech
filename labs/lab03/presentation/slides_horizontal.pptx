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помощью команды </a:t>
            </a:r>
            <a:r>
              <a:rPr>
                <a:latin typeface="DejaVu Sans Mono"/>
              </a:rPr>
              <a:t>ipconfig</a:t>
            </a:r>
            <a:r>
              <a:rPr/>
              <a:t> вывел информацию о текущем сетевом соединении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2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 помощью команды </a:t>
            </a:r>
            <a:r>
              <a:rPr>
                <a:latin typeface="DejaVu Sans Mono"/>
              </a:rPr>
              <a:t>ipconfig</a:t>
            </a:r>
            <a:r>
              <a:rPr/>
              <a:t> вывел информацию о текущем сетевом соединении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Использовал различные опции команды (рис. @fig:002-005):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Использовал различные опции команды (рис. @fig:002-005):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Отображение полной конфигурации TCP/IP для всех адаптеров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Отображение полной конфигурации TCP/IP для всех адаптеров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Отображение содержимого кэша DNS-клиента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66900"/>
            <a:ext cx="8229600" cy="153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Отображение содержимого кэша DNS-клиента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Инициализация динамической регистрации DNS-имён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Инициализация динамической регистрации DNS-имён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MAC-адреса сетевых интерфейсов с помощью команды </a:t>
            </a:r>
            <a:r>
              <a:rPr>
                <a:latin typeface="DejaVu Sans Mono"/>
              </a:rPr>
              <a:t>GETMAC</a:t>
            </a:r>
            <a:r>
              <a:rPr/>
              <a:t>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" y="1193800"/>
            <a:ext cx="815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MAC-адреса сетевых интерфейсов с помощью команды </a:t>
            </a:r>
            <a:r>
              <a:rPr>
                <a:latin typeface="DejaVu Sans Mono"/>
              </a:rPr>
              <a:t>GETMAC</a:t>
            </a:r>
            <a:r>
              <a:rPr/>
              <a:t>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Установил Wireshark (рис. @fig:007):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Установил Wireshark (рис. @fig:007):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Wireshark и выбрал активный сетевой интерфейс для захвата трафика (рис. @fig:008):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8229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Wireshark и выбрал активный сетевой интерфейс для захвата трафика (рис. @fig:008):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IP-адрес устройства и шлюз по умолчанию (рис. @fig:009):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87500"/>
            <a:ext cx="82296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IP-адрес устройства и шлюз по умолчанию (рис. @fig:009):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пинг шлюза по умолчанию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пинг шлюза по умолчанию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Остановил захват трафика и применил фильтр </a:t>
            </a:r>
            <a:r>
              <a:rPr>
                <a:latin typeface="DejaVu Sans Mono"/>
              </a:rPr>
              <a:t>arp or icmp</a:t>
            </a:r>
            <a:r>
              <a:rPr/>
              <a:t>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Остановил захват трафика и применил фильтр </a:t>
            </a:r>
            <a:r>
              <a:rPr>
                <a:latin typeface="DejaVu Sans Mono"/>
              </a:rPr>
              <a:t>arp or icmp</a:t>
            </a:r>
            <a:r>
              <a:rPr/>
              <a:t>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эхо-запрос ICMP (рис. @fig:012):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8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эхо-запрос ICMP (рис. @fig:012):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эхо-ответ ICMP (рис. @fig:013):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82296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эхо-ответ ICMP (рис. @fig:013):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кадры данных протокола ARP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73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кадры данных протокола ARP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пинг по имени </a:t>
            </a:r>
            <a:r>
              <a:rPr>
                <a:latin typeface="DejaVu Sans Mono"/>
              </a:rPr>
              <a:t>www.yandex.ru</a:t>
            </a:r>
            <a:r>
              <a:rPr/>
              <a:t>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3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пинг по имени </a:t>
            </a:r>
            <a:r>
              <a:rPr>
                <a:latin typeface="DejaVu Sans Mono"/>
              </a:rPr>
              <a:t>www.yandex.ru</a:t>
            </a:r>
            <a:r>
              <a:rPr/>
              <a:t>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MAC-адрес источника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193800"/>
            <a:ext cx="419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MAC-адрес источника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Изучил MAC-адрес получателя (рис. @fig:017):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Изучил MAC-адрес получателя (рис. @fig:017):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новый захват трафика (рис. @fig:018):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8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новый захват трафика (рис. @fig:018):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Открыл в браузере сайт CERN (http://info.cern.ch/) (рис. @fig:019):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82296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Открыл в браузере сайт CERN (http://info.cern.ch/) (рис. @fig:019):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запросы по протоколу HTTP/TCP (рис. @fig:020):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97200" y="1193800"/>
            <a:ext cx="316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запросы по протоколу HTTP/TCP (рис. @fig:020):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запросы по протоколу DNS/UDP (рис. @fig:021):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запросы по протоколу DNS/UDP (рис. @fig:021):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запросы по протоколу QUIC (рис. @fig:022):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запросы по протоколу QUIC (рис. @fig:022):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захват трафика для анализа TCP соединения (рис. @fig:023):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захват трафика для анализа TCP соединения (рис. @fig:023):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№03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№03</dc:title>
  <dc:creator>Талебу Тенке Франк Устон</dc:creator>
  <cp:keywords/>
  <dcterms:created xsi:type="dcterms:W3CDTF">2026-03-18T11:55:20Z</dcterms:created>
  <dcterms:modified xsi:type="dcterms:W3CDTF">2026-03-18T11:55:20Z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